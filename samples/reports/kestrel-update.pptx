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Field performance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Latest month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Headline numbers</a:t>
            </a:r>
          </a:p>
        </p:txBody>
      </p:sp>
      <p:graphicFrame>
        <p:nvGraphicFramePr>
          <p:cNvPr id="3" name="Headline table"/>
          <p:cNvGraphicFramePr>
            <a:graphicFrameLocks noGrp="1"/>
          </p:cNvGraphicFramePr>
          <p:nvPr/>
        </p:nvGraphicFramePr>
        <p:xfrm>
          <a:off x="731520" y="1371600"/>
          <a:ext cx="8229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Latest month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26.2%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1,163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performance update</dc:title>
  <dc:subject>Latest month</dc:subject>
  <dc:creator>Synthetic</dc:creator>
  <cp:keywords/>
  <dc:description>Synthetic report generated by kpi_evidence.eval.synth_reports (not real data).</dc:description>
  <cp:lastModifiedBy>Synthetic</cp:lastModifiedBy>
  <cp:revision>1</cp:revision>
  <dcterms:created xsi:type="dcterms:W3CDTF">2026-06-10T09:00:00Z</dcterms:created>
  <dcterms:modified xsi:type="dcterms:W3CDTF">2026-06-10T09:00:00Z</dcterms:modified>
  <cp:category>synthetic</cp:category>
</cp:coreProperties>
</file>